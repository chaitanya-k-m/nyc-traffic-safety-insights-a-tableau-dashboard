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88" d="100"/>
          <a:sy n="88" d="100"/>
        </p:scale>
        <p:origin x="16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B6A20CE1-114C-224D-B701-7B8A4800E9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17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836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CE5264-63A7-72B9-E935-92B219A6F8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17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387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E55C91-7F98-E666-9FAA-43A885B08D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308" b="70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840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8AC78E-A59E-3064-6FF8-047B2D0045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017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51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546136-1E73-5CAD-1350-76BF239A24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17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65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Chaitanya Krishna Mupparaju</cp:lastModifiedBy>
  <cp:revision>1</cp:revision>
  <dcterms:created xsi:type="dcterms:W3CDTF">2024-03-28T22:19:24Z</dcterms:created>
  <dcterms:modified xsi:type="dcterms:W3CDTF">2024-03-28T23:12:32Z</dcterms:modified>
</cp:coreProperties>
</file>